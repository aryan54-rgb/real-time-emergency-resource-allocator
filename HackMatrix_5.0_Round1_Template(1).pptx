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3952" y="120540"/>
            <a:ext cx="3276599" cy="11144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6315" y="226676"/>
            <a:ext cx="1674752" cy="9419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1400" y="1626752"/>
            <a:ext cx="8343899" cy="2038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7463" y="938341"/>
            <a:ext cx="13393072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2499" y="5414854"/>
            <a:ext cx="7263130" cy="445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5310">
              <a:lnSpc>
                <a:spcPct val="116199"/>
              </a:lnSpc>
              <a:spcBef>
                <a:spcPts val="100"/>
              </a:spcBef>
            </a:pPr>
            <a:r>
              <a:rPr sz="5000" spc="200" dirty="0">
                <a:solidFill>
                  <a:srgbClr val="A31111"/>
                </a:solidFill>
                <a:latin typeface="Arial MT"/>
                <a:cs typeface="Arial MT"/>
              </a:rPr>
              <a:t>team</a:t>
            </a:r>
            <a:r>
              <a:rPr sz="5000" spc="-2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35" dirty="0">
                <a:solidFill>
                  <a:srgbClr val="A31111"/>
                </a:solidFill>
                <a:latin typeface="Arial MT"/>
                <a:cs typeface="Arial MT"/>
              </a:rPr>
              <a:t>name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1: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2: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3: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4: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09703" y="3809583"/>
            <a:ext cx="9269095" cy="1136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50" spc="60" dirty="0"/>
              <a:t>PROBLEM</a:t>
            </a:r>
            <a:r>
              <a:rPr sz="7250" spc="-795" dirty="0"/>
              <a:t> </a:t>
            </a:r>
            <a:r>
              <a:rPr sz="7250" spc="-10" dirty="0"/>
              <a:t>STATEMENT</a:t>
            </a:r>
            <a:endParaRPr sz="72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9657" y="0"/>
            <a:ext cx="1304924" cy="1228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825205" y="-9690"/>
            <a:ext cx="3472815" cy="1597660"/>
            <a:chOff x="14825205" y="-9690"/>
            <a:chExt cx="3472815" cy="1597660"/>
          </a:xfrm>
        </p:grpSpPr>
        <p:sp>
          <p:nvSpPr>
            <p:cNvPr id="6" name="object 6"/>
            <p:cNvSpPr/>
            <p:nvPr/>
          </p:nvSpPr>
          <p:spPr>
            <a:xfrm>
              <a:off x="15073757" y="0"/>
              <a:ext cx="3214370" cy="1587500"/>
            </a:xfrm>
            <a:custGeom>
              <a:avLst/>
              <a:gdLst/>
              <a:ahLst/>
              <a:cxnLst/>
              <a:rect l="l" t="t" r="r" b="b"/>
              <a:pathLst>
                <a:path w="3214369" h="1587500">
                  <a:moveTo>
                    <a:pt x="1380126" y="1587501"/>
                  </a:moveTo>
                  <a:lnTo>
                    <a:pt x="1323508" y="1587501"/>
                  </a:lnTo>
                  <a:lnTo>
                    <a:pt x="1271146" y="1585860"/>
                  </a:lnTo>
                  <a:lnTo>
                    <a:pt x="1220449" y="1582872"/>
                  </a:lnTo>
                  <a:lnTo>
                    <a:pt x="1171466" y="1578748"/>
                  </a:lnTo>
                  <a:lnTo>
                    <a:pt x="1124247" y="1573702"/>
                  </a:lnTo>
                  <a:lnTo>
                    <a:pt x="1078843" y="1567947"/>
                  </a:lnTo>
                  <a:lnTo>
                    <a:pt x="1035302" y="1561695"/>
                  </a:lnTo>
                  <a:lnTo>
                    <a:pt x="954010" y="1548551"/>
                  </a:lnTo>
                  <a:lnTo>
                    <a:pt x="722211" y="1507595"/>
                  </a:lnTo>
                  <a:lnTo>
                    <a:pt x="666267" y="1496605"/>
                  </a:lnTo>
                  <a:lnTo>
                    <a:pt x="614192" y="1485415"/>
                  </a:lnTo>
                  <a:lnTo>
                    <a:pt x="565675" y="1473757"/>
                  </a:lnTo>
                  <a:lnTo>
                    <a:pt x="520407" y="1461358"/>
                  </a:lnTo>
                  <a:lnTo>
                    <a:pt x="478077" y="1447949"/>
                  </a:lnTo>
                  <a:lnTo>
                    <a:pt x="438375" y="1433257"/>
                  </a:lnTo>
                  <a:lnTo>
                    <a:pt x="400990" y="1417012"/>
                  </a:lnTo>
                  <a:lnTo>
                    <a:pt x="365613" y="1398943"/>
                  </a:lnTo>
                  <a:lnTo>
                    <a:pt x="331933" y="1378779"/>
                  </a:lnTo>
                  <a:lnTo>
                    <a:pt x="299640" y="1356250"/>
                  </a:lnTo>
                  <a:lnTo>
                    <a:pt x="268424" y="1331084"/>
                  </a:lnTo>
                  <a:lnTo>
                    <a:pt x="230606" y="1295538"/>
                  </a:lnTo>
                  <a:lnTo>
                    <a:pt x="196296" y="1257463"/>
                  </a:lnTo>
                  <a:lnTo>
                    <a:pt x="165343" y="1217083"/>
                  </a:lnTo>
                  <a:lnTo>
                    <a:pt x="137597" y="1174619"/>
                  </a:lnTo>
                  <a:lnTo>
                    <a:pt x="112908" y="1130296"/>
                  </a:lnTo>
                  <a:lnTo>
                    <a:pt x="91125" y="1084336"/>
                  </a:lnTo>
                  <a:lnTo>
                    <a:pt x="72098" y="1036962"/>
                  </a:lnTo>
                  <a:lnTo>
                    <a:pt x="55675" y="988397"/>
                  </a:lnTo>
                  <a:lnTo>
                    <a:pt x="41706" y="938864"/>
                  </a:lnTo>
                  <a:lnTo>
                    <a:pt x="30042" y="888586"/>
                  </a:lnTo>
                  <a:lnTo>
                    <a:pt x="20530" y="837786"/>
                  </a:lnTo>
                  <a:lnTo>
                    <a:pt x="13021" y="786688"/>
                  </a:lnTo>
                  <a:lnTo>
                    <a:pt x="7364" y="735514"/>
                  </a:lnTo>
                  <a:lnTo>
                    <a:pt x="3408" y="684487"/>
                  </a:lnTo>
                  <a:lnTo>
                    <a:pt x="1004" y="633830"/>
                  </a:lnTo>
                  <a:lnTo>
                    <a:pt x="0" y="583766"/>
                  </a:lnTo>
                  <a:lnTo>
                    <a:pt x="245" y="534519"/>
                  </a:lnTo>
                  <a:lnTo>
                    <a:pt x="1590" y="486311"/>
                  </a:lnTo>
                  <a:lnTo>
                    <a:pt x="3884" y="439365"/>
                  </a:lnTo>
                  <a:lnTo>
                    <a:pt x="6975" y="393904"/>
                  </a:lnTo>
                  <a:lnTo>
                    <a:pt x="10715" y="350151"/>
                  </a:lnTo>
                  <a:lnTo>
                    <a:pt x="14951" y="308330"/>
                  </a:lnTo>
                  <a:lnTo>
                    <a:pt x="19534" y="268663"/>
                  </a:lnTo>
                  <a:lnTo>
                    <a:pt x="29137" y="196684"/>
                  </a:lnTo>
                  <a:lnTo>
                    <a:pt x="38319" y="135998"/>
                  </a:lnTo>
                  <a:lnTo>
                    <a:pt x="53667" y="45663"/>
                  </a:lnTo>
                  <a:lnTo>
                    <a:pt x="63038" y="0"/>
                  </a:lnTo>
                  <a:lnTo>
                    <a:pt x="3214242" y="0"/>
                  </a:lnTo>
                  <a:lnTo>
                    <a:pt x="3214242" y="1260107"/>
                  </a:lnTo>
                  <a:lnTo>
                    <a:pt x="2504311" y="1260107"/>
                  </a:lnTo>
                  <a:lnTo>
                    <a:pt x="2460056" y="1260727"/>
                  </a:lnTo>
                  <a:lnTo>
                    <a:pt x="2413079" y="1264197"/>
                  </a:lnTo>
                  <a:lnTo>
                    <a:pt x="2363043" y="1270780"/>
                  </a:lnTo>
                  <a:lnTo>
                    <a:pt x="2310462" y="1280763"/>
                  </a:lnTo>
                  <a:lnTo>
                    <a:pt x="2264031" y="1292720"/>
                  </a:lnTo>
                  <a:lnTo>
                    <a:pt x="2222815" y="1306429"/>
                  </a:lnTo>
                  <a:lnTo>
                    <a:pt x="2185879" y="1321667"/>
                  </a:lnTo>
                  <a:lnTo>
                    <a:pt x="2121109" y="1355833"/>
                  </a:lnTo>
                  <a:lnTo>
                    <a:pt x="2032683" y="1412957"/>
                  </a:lnTo>
                  <a:lnTo>
                    <a:pt x="2001796" y="1432670"/>
                  </a:lnTo>
                  <a:lnTo>
                    <a:pt x="1968646" y="1452348"/>
                  </a:lnTo>
                  <a:lnTo>
                    <a:pt x="1932296" y="1471765"/>
                  </a:lnTo>
                  <a:lnTo>
                    <a:pt x="1891814" y="1490699"/>
                  </a:lnTo>
                  <a:lnTo>
                    <a:pt x="1846263" y="1508927"/>
                  </a:lnTo>
                  <a:lnTo>
                    <a:pt x="1794709" y="1526223"/>
                  </a:lnTo>
                  <a:lnTo>
                    <a:pt x="1736217" y="1542366"/>
                  </a:lnTo>
                  <a:lnTo>
                    <a:pt x="1669852" y="1557132"/>
                  </a:lnTo>
                  <a:lnTo>
                    <a:pt x="1609096" y="1567947"/>
                  </a:lnTo>
                  <a:lnTo>
                    <a:pt x="1609254" y="1567947"/>
                  </a:lnTo>
                  <a:lnTo>
                    <a:pt x="1548607" y="1576333"/>
                  </a:lnTo>
                  <a:lnTo>
                    <a:pt x="1490084" y="1582210"/>
                  </a:lnTo>
                  <a:lnTo>
                    <a:pt x="1433473" y="1585860"/>
                  </a:lnTo>
                  <a:lnTo>
                    <a:pt x="1433972" y="1585860"/>
                  </a:lnTo>
                  <a:lnTo>
                    <a:pt x="1380126" y="1587501"/>
                  </a:lnTo>
                  <a:close/>
                </a:path>
                <a:path w="3214369" h="1587500">
                  <a:moveTo>
                    <a:pt x="3214242" y="1433813"/>
                  </a:moveTo>
                  <a:lnTo>
                    <a:pt x="3167323" y="1429024"/>
                  </a:lnTo>
                  <a:lnTo>
                    <a:pt x="3117691" y="1421700"/>
                  </a:lnTo>
                  <a:lnTo>
                    <a:pt x="3071075" y="1412727"/>
                  </a:lnTo>
                  <a:lnTo>
                    <a:pt x="3027138" y="1402369"/>
                  </a:lnTo>
                  <a:lnTo>
                    <a:pt x="2985543" y="1390890"/>
                  </a:lnTo>
                  <a:lnTo>
                    <a:pt x="2945952" y="1378555"/>
                  </a:lnTo>
                  <a:lnTo>
                    <a:pt x="2908028" y="1365629"/>
                  </a:lnTo>
                  <a:lnTo>
                    <a:pt x="2871433" y="1352377"/>
                  </a:lnTo>
                  <a:lnTo>
                    <a:pt x="2800878" y="1325950"/>
                  </a:lnTo>
                  <a:lnTo>
                    <a:pt x="2766245" y="1313305"/>
                  </a:lnTo>
                  <a:lnTo>
                    <a:pt x="2696576" y="1290476"/>
                  </a:lnTo>
                  <a:lnTo>
                    <a:pt x="2624121" y="1272692"/>
                  </a:lnTo>
                  <a:lnTo>
                    <a:pt x="2586006" y="1266354"/>
                  </a:lnTo>
                  <a:lnTo>
                    <a:pt x="2546182" y="1262070"/>
                  </a:lnTo>
                  <a:lnTo>
                    <a:pt x="2504311" y="1260107"/>
                  </a:lnTo>
                  <a:lnTo>
                    <a:pt x="3214242" y="1260107"/>
                  </a:lnTo>
                  <a:lnTo>
                    <a:pt x="3214242" y="1433813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834895" y="0"/>
              <a:ext cx="3453129" cy="1346835"/>
            </a:xfrm>
            <a:custGeom>
              <a:avLst/>
              <a:gdLst/>
              <a:ahLst/>
              <a:cxnLst/>
              <a:rect l="l" t="t" r="r" b="b"/>
              <a:pathLst>
                <a:path w="3453130" h="1346835">
                  <a:moveTo>
                    <a:pt x="23112" y="0"/>
                  </a:moveTo>
                  <a:lnTo>
                    <a:pt x="14951" y="67588"/>
                  </a:lnTo>
                  <a:lnTo>
                    <a:pt x="10715" y="109410"/>
                  </a:lnTo>
                  <a:lnTo>
                    <a:pt x="6975" y="153162"/>
                  </a:lnTo>
                  <a:lnTo>
                    <a:pt x="3884" y="198623"/>
                  </a:lnTo>
                  <a:lnTo>
                    <a:pt x="1590" y="245569"/>
                  </a:lnTo>
                  <a:lnTo>
                    <a:pt x="245" y="293777"/>
                  </a:lnTo>
                  <a:lnTo>
                    <a:pt x="0" y="343025"/>
                  </a:lnTo>
                  <a:lnTo>
                    <a:pt x="1004" y="393088"/>
                  </a:lnTo>
                  <a:lnTo>
                    <a:pt x="3408" y="443745"/>
                  </a:lnTo>
                  <a:lnTo>
                    <a:pt x="7364" y="494772"/>
                  </a:lnTo>
                  <a:lnTo>
                    <a:pt x="13021" y="545946"/>
                  </a:lnTo>
                  <a:lnTo>
                    <a:pt x="20530" y="597045"/>
                  </a:lnTo>
                  <a:lnTo>
                    <a:pt x="30042" y="647844"/>
                  </a:lnTo>
                  <a:lnTo>
                    <a:pt x="41706" y="698122"/>
                  </a:lnTo>
                  <a:lnTo>
                    <a:pt x="55675" y="747655"/>
                  </a:lnTo>
                  <a:lnTo>
                    <a:pt x="72098" y="796220"/>
                  </a:lnTo>
                  <a:lnTo>
                    <a:pt x="91125" y="843594"/>
                  </a:lnTo>
                  <a:lnTo>
                    <a:pt x="112908" y="889554"/>
                  </a:lnTo>
                  <a:lnTo>
                    <a:pt x="137597" y="933878"/>
                  </a:lnTo>
                  <a:lnTo>
                    <a:pt x="165343" y="976341"/>
                  </a:lnTo>
                  <a:lnTo>
                    <a:pt x="196296" y="1016722"/>
                  </a:lnTo>
                  <a:lnTo>
                    <a:pt x="230606" y="1054796"/>
                  </a:lnTo>
                  <a:lnTo>
                    <a:pt x="268424" y="1090342"/>
                  </a:lnTo>
                  <a:lnTo>
                    <a:pt x="299640" y="1115508"/>
                  </a:lnTo>
                  <a:lnTo>
                    <a:pt x="331933" y="1138037"/>
                  </a:lnTo>
                  <a:lnTo>
                    <a:pt x="365613" y="1158201"/>
                  </a:lnTo>
                  <a:lnTo>
                    <a:pt x="400990" y="1176270"/>
                  </a:lnTo>
                  <a:lnTo>
                    <a:pt x="438375" y="1192515"/>
                  </a:lnTo>
                  <a:lnTo>
                    <a:pt x="478077" y="1207207"/>
                  </a:lnTo>
                  <a:lnTo>
                    <a:pt x="520407" y="1220617"/>
                  </a:lnTo>
                  <a:lnTo>
                    <a:pt x="565675" y="1233015"/>
                  </a:lnTo>
                  <a:lnTo>
                    <a:pt x="614192" y="1244674"/>
                  </a:lnTo>
                  <a:lnTo>
                    <a:pt x="666267" y="1255863"/>
                  </a:lnTo>
                  <a:lnTo>
                    <a:pt x="722211" y="1266854"/>
                  </a:lnTo>
                  <a:lnTo>
                    <a:pt x="782334" y="1277917"/>
                  </a:lnTo>
                  <a:lnTo>
                    <a:pt x="846946" y="1289323"/>
                  </a:lnTo>
                  <a:lnTo>
                    <a:pt x="916359" y="1301344"/>
                  </a:lnTo>
                  <a:lnTo>
                    <a:pt x="954010" y="1307810"/>
                  </a:lnTo>
                  <a:lnTo>
                    <a:pt x="993674" y="1314417"/>
                  </a:lnTo>
                  <a:lnTo>
                    <a:pt x="1035302" y="1320953"/>
                  </a:lnTo>
                  <a:lnTo>
                    <a:pt x="1078843" y="1327205"/>
                  </a:lnTo>
                  <a:lnTo>
                    <a:pt x="1124247" y="1332960"/>
                  </a:lnTo>
                  <a:lnTo>
                    <a:pt x="1171466" y="1338006"/>
                  </a:lnTo>
                  <a:lnTo>
                    <a:pt x="1220449" y="1342130"/>
                  </a:lnTo>
                  <a:lnTo>
                    <a:pt x="1271146" y="1345119"/>
                  </a:lnTo>
                  <a:lnTo>
                    <a:pt x="1323508" y="1346759"/>
                  </a:lnTo>
                  <a:lnTo>
                    <a:pt x="1377484" y="1346840"/>
                  </a:lnTo>
                  <a:lnTo>
                    <a:pt x="1433027" y="1345147"/>
                  </a:lnTo>
                  <a:lnTo>
                    <a:pt x="1490084" y="1341469"/>
                  </a:lnTo>
                  <a:lnTo>
                    <a:pt x="1548607" y="1335591"/>
                  </a:lnTo>
                  <a:lnTo>
                    <a:pt x="1608547" y="1327303"/>
                  </a:lnTo>
                  <a:lnTo>
                    <a:pt x="1669853" y="1316390"/>
                  </a:lnTo>
                  <a:lnTo>
                    <a:pt x="1736217" y="1301625"/>
                  </a:lnTo>
                  <a:lnTo>
                    <a:pt x="1794709" y="1285482"/>
                  </a:lnTo>
                  <a:lnTo>
                    <a:pt x="1846263" y="1268185"/>
                  </a:lnTo>
                  <a:lnTo>
                    <a:pt x="1891814" y="1249958"/>
                  </a:lnTo>
                  <a:lnTo>
                    <a:pt x="1932297" y="1231023"/>
                  </a:lnTo>
                  <a:lnTo>
                    <a:pt x="1968646" y="1211606"/>
                  </a:lnTo>
                  <a:lnTo>
                    <a:pt x="2001796" y="1191929"/>
                  </a:lnTo>
                  <a:lnTo>
                    <a:pt x="2062240" y="1152689"/>
                  </a:lnTo>
                  <a:lnTo>
                    <a:pt x="2091404" y="1133573"/>
                  </a:lnTo>
                  <a:lnTo>
                    <a:pt x="2152289" y="1097468"/>
                  </a:lnTo>
                  <a:lnTo>
                    <a:pt x="2222815" y="1065688"/>
                  </a:lnTo>
                  <a:lnTo>
                    <a:pt x="2264031" y="1051978"/>
                  </a:lnTo>
                  <a:lnTo>
                    <a:pt x="2310463" y="1040021"/>
                  </a:lnTo>
                  <a:lnTo>
                    <a:pt x="2363043" y="1030039"/>
                  </a:lnTo>
                  <a:lnTo>
                    <a:pt x="2413079" y="1023455"/>
                  </a:lnTo>
                  <a:lnTo>
                    <a:pt x="2460056" y="1019986"/>
                  </a:lnTo>
                  <a:lnTo>
                    <a:pt x="2504311" y="1019365"/>
                  </a:lnTo>
                  <a:lnTo>
                    <a:pt x="2546182" y="1021329"/>
                  </a:lnTo>
                  <a:lnTo>
                    <a:pt x="2586006" y="1025612"/>
                  </a:lnTo>
                  <a:lnTo>
                    <a:pt x="2624121" y="1031951"/>
                  </a:lnTo>
                  <a:lnTo>
                    <a:pt x="2696576" y="1049735"/>
                  </a:lnTo>
                  <a:lnTo>
                    <a:pt x="2766245" y="1072564"/>
                  </a:lnTo>
                  <a:lnTo>
                    <a:pt x="2835829" y="1098320"/>
                  </a:lnTo>
                  <a:lnTo>
                    <a:pt x="2871433" y="1111635"/>
                  </a:lnTo>
                  <a:lnTo>
                    <a:pt x="2908028" y="1124888"/>
                  </a:lnTo>
                  <a:lnTo>
                    <a:pt x="2945953" y="1137814"/>
                  </a:lnTo>
                  <a:lnTo>
                    <a:pt x="2985543" y="1150148"/>
                  </a:lnTo>
                  <a:lnTo>
                    <a:pt x="3027138" y="1161627"/>
                  </a:lnTo>
                  <a:lnTo>
                    <a:pt x="3071075" y="1171986"/>
                  </a:lnTo>
                  <a:lnTo>
                    <a:pt x="3117691" y="1180959"/>
                  </a:lnTo>
                  <a:lnTo>
                    <a:pt x="3167323" y="1188282"/>
                  </a:lnTo>
                  <a:lnTo>
                    <a:pt x="3220310" y="1193691"/>
                  </a:lnTo>
                  <a:lnTo>
                    <a:pt x="3276989" y="1196920"/>
                  </a:lnTo>
                  <a:lnTo>
                    <a:pt x="3337696" y="1197706"/>
                  </a:lnTo>
                  <a:lnTo>
                    <a:pt x="3402771" y="1195784"/>
                  </a:lnTo>
                  <a:lnTo>
                    <a:pt x="3432308" y="1194208"/>
                  </a:lnTo>
                  <a:lnTo>
                    <a:pt x="3453103" y="1192858"/>
                  </a:lnTo>
                </a:path>
              </a:pathLst>
            </a:custGeom>
            <a:ln w="1938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707293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8" y="319059"/>
                </a:lnTo>
                <a:lnTo>
                  <a:pt x="244126" y="302485"/>
                </a:lnTo>
                <a:lnTo>
                  <a:pt x="277767" y="277308"/>
                </a:lnTo>
                <a:lnTo>
                  <a:pt x="303969" y="244801"/>
                </a:lnTo>
                <a:lnTo>
                  <a:pt x="320650" y="206235"/>
                </a:lnTo>
                <a:lnTo>
                  <a:pt x="325728" y="162880"/>
                </a:lnTo>
                <a:lnTo>
                  <a:pt x="319027" y="120615"/>
                </a:lnTo>
                <a:lnTo>
                  <a:pt x="302555" y="81861"/>
                </a:lnTo>
                <a:lnTo>
                  <a:pt x="302453" y="81622"/>
                </a:lnTo>
                <a:lnTo>
                  <a:pt x="277379" y="48119"/>
                </a:lnTo>
                <a:lnTo>
                  <a:pt x="244771" y="21778"/>
                </a:lnTo>
                <a:lnTo>
                  <a:pt x="206206" y="5090"/>
                </a:lnTo>
                <a:lnTo>
                  <a:pt x="162854" y="0"/>
                </a:lnTo>
                <a:lnTo>
                  <a:pt x="119501" y="6750"/>
                </a:lnTo>
                <a:lnTo>
                  <a:pt x="80955" y="23335"/>
                </a:lnTo>
                <a:lnTo>
                  <a:pt x="48963" y="48119"/>
                </a:lnTo>
                <a:lnTo>
                  <a:pt x="162854" y="48119"/>
                </a:lnTo>
                <a:lnTo>
                  <a:pt x="206832" y="57849"/>
                </a:lnTo>
                <a:lnTo>
                  <a:pt x="243887" y="82200"/>
                </a:lnTo>
                <a:lnTo>
                  <a:pt x="26911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34" y="277641"/>
                </a:lnTo>
                <a:lnTo>
                  <a:pt x="48448" y="277795"/>
                </a:lnTo>
                <a:lnTo>
                  <a:pt x="80951" y="303998"/>
                </a:lnTo>
                <a:lnTo>
                  <a:pt x="119510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34" y="118913"/>
                </a:lnTo>
                <a:lnTo>
                  <a:pt x="82178" y="81861"/>
                </a:lnTo>
                <a:lnTo>
                  <a:pt x="118176" y="56628"/>
                </a:lnTo>
                <a:lnTo>
                  <a:pt x="162854" y="48119"/>
                </a:lnTo>
                <a:lnTo>
                  <a:pt x="48963" y="48119"/>
                </a:lnTo>
                <a:lnTo>
                  <a:pt x="48475" y="48497"/>
                </a:lnTo>
                <a:lnTo>
                  <a:pt x="23317" y="80980"/>
                </a:lnTo>
                <a:lnTo>
                  <a:pt x="6739" y="119527"/>
                </a:lnTo>
                <a:lnTo>
                  <a:pt x="3613" y="139638"/>
                </a:lnTo>
                <a:lnTo>
                  <a:pt x="23323" y="139638"/>
                </a:lnTo>
                <a:lnTo>
                  <a:pt x="39986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23" y="186141"/>
                </a:moveTo>
                <a:lnTo>
                  <a:pt x="40048" y="180315"/>
                </a:lnTo>
                <a:lnTo>
                  <a:pt x="48119" y="162880"/>
                </a:lnTo>
                <a:lnTo>
                  <a:pt x="39986" y="145438"/>
                </a:lnTo>
                <a:lnTo>
                  <a:pt x="23323" y="139638"/>
                </a:lnTo>
                <a:lnTo>
                  <a:pt x="6966" y="145438"/>
                </a:lnTo>
                <a:lnTo>
                  <a:pt x="0" y="162880"/>
                </a:lnTo>
                <a:lnTo>
                  <a:pt x="6957" y="180315"/>
                </a:lnTo>
                <a:lnTo>
                  <a:pt x="23323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66" y="145438"/>
                </a:lnTo>
                <a:lnTo>
                  <a:pt x="23323" y="139638"/>
                </a:lnTo>
                <a:lnTo>
                  <a:pt x="3613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34" y="277641"/>
                </a:moveTo>
                <a:lnTo>
                  <a:pt x="162854" y="277641"/>
                </a:lnTo>
                <a:lnTo>
                  <a:pt x="118178" y="267885"/>
                </a:lnTo>
                <a:lnTo>
                  <a:pt x="82204" y="243548"/>
                </a:lnTo>
                <a:lnTo>
                  <a:pt x="57871" y="207567"/>
                </a:lnTo>
                <a:lnTo>
                  <a:pt x="48119" y="162880"/>
                </a:lnTo>
                <a:lnTo>
                  <a:pt x="40048" y="180315"/>
                </a:lnTo>
                <a:lnTo>
                  <a:pt x="23323" y="186141"/>
                </a:lnTo>
                <a:lnTo>
                  <a:pt x="3687" y="186141"/>
                </a:lnTo>
                <a:lnTo>
                  <a:pt x="6701" y="205154"/>
                </a:lnTo>
                <a:lnTo>
                  <a:pt x="23173" y="243914"/>
                </a:lnTo>
                <a:lnTo>
                  <a:pt x="23274" y="244153"/>
                </a:lnTo>
                <a:lnTo>
                  <a:pt x="48334" y="277641"/>
                </a:lnTo>
                <a:close/>
              </a:path>
              <a:path w="325754" h="325755">
                <a:moveTo>
                  <a:pt x="3687" y="186141"/>
                </a:moveTo>
                <a:lnTo>
                  <a:pt x="23323" y="186141"/>
                </a:lnTo>
                <a:lnTo>
                  <a:pt x="6957" y="180315"/>
                </a:lnTo>
                <a:lnTo>
                  <a:pt x="0" y="162880"/>
                </a:lnTo>
                <a:lnTo>
                  <a:pt x="368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9708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6" y="319059"/>
                </a:lnTo>
                <a:lnTo>
                  <a:pt x="244121" y="302485"/>
                </a:lnTo>
                <a:lnTo>
                  <a:pt x="277758" y="277308"/>
                </a:lnTo>
                <a:lnTo>
                  <a:pt x="303959" y="244801"/>
                </a:lnTo>
                <a:lnTo>
                  <a:pt x="320642" y="206235"/>
                </a:lnTo>
                <a:lnTo>
                  <a:pt x="325728" y="162880"/>
                </a:lnTo>
                <a:lnTo>
                  <a:pt x="319026" y="120615"/>
                </a:lnTo>
                <a:lnTo>
                  <a:pt x="302550" y="81861"/>
                </a:lnTo>
                <a:lnTo>
                  <a:pt x="302449" y="81622"/>
                </a:lnTo>
                <a:lnTo>
                  <a:pt x="277372" y="48119"/>
                </a:lnTo>
                <a:lnTo>
                  <a:pt x="277270" y="47982"/>
                </a:lnTo>
                <a:lnTo>
                  <a:pt x="244763" y="21778"/>
                </a:lnTo>
                <a:lnTo>
                  <a:pt x="206200" y="5090"/>
                </a:lnTo>
                <a:lnTo>
                  <a:pt x="162854" y="0"/>
                </a:lnTo>
                <a:lnTo>
                  <a:pt x="119502" y="6750"/>
                </a:lnTo>
                <a:lnTo>
                  <a:pt x="80960" y="23335"/>
                </a:lnTo>
                <a:lnTo>
                  <a:pt x="48971" y="48119"/>
                </a:lnTo>
                <a:lnTo>
                  <a:pt x="162854" y="48119"/>
                </a:lnTo>
                <a:lnTo>
                  <a:pt x="206829" y="57849"/>
                </a:lnTo>
                <a:lnTo>
                  <a:pt x="243878" y="82200"/>
                </a:lnTo>
                <a:lnTo>
                  <a:pt x="26910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19" y="277641"/>
                </a:lnTo>
                <a:lnTo>
                  <a:pt x="48434" y="277795"/>
                </a:lnTo>
                <a:lnTo>
                  <a:pt x="80945" y="303998"/>
                </a:lnTo>
                <a:lnTo>
                  <a:pt x="119511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24" y="118913"/>
                </a:lnTo>
                <a:lnTo>
                  <a:pt x="82166" y="81861"/>
                </a:lnTo>
                <a:lnTo>
                  <a:pt x="118167" y="56628"/>
                </a:lnTo>
                <a:lnTo>
                  <a:pt x="162854" y="48119"/>
                </a:lnTo>
                <a:lnTo>
                  <a:pt x="48971" y="48119"/>
                </a:lnTo>
                <a:lnTo>
                  <a:pt x="48482" y="48497"/>
                </a:lnTo>
                <a:lnTo>
                  <a:pt x="23326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19" y="277641"/>
                </a:moveTo>
                <a:lnTo>
                  <a:pt x="162854" y="277641"/>
                </a:lnTo>
                <a:lnTo>
                  <a:pt x="118158" y="267885"/>
                </a:lnTo>
                <a:lnTo>
                  <a:pt x="82190" y="243548"/>
                </a:lnTo>
                <a:lnTo>
                  <a:pt x="5786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77" y="186141"/>
                </a:lnTo>
                <a:lnTo>
                  <a:pt x="6684" y="205154"/>
                </a:lnTo>
                <a:lnTo>
                  <a:pt x="23153" y="243914"/>
                </a:lnTo>
                <a:lnTo>
                  <a:pt x="23254" y="244153"/>
                </a:lnTo>
                <a:lnTo>
                  <a:pt x="48319" y="277641"/>
                </a:lnTo>
                <a:close/>
              </a:path>
              <a:path w="325754" h="325755">
                <a:moveTo>
                  <a:pt x="3677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7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2117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87" y="6750"/>
                </a:lnTo>
                <a:lnTo>
                  <a:pt x="80940" y="23335"/>
                </a:lnTo>
                <a:lnTo>
                  <a:pt x="48944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73" y="206858"/>
                </a:lnTo>
                <a:lnTo>
                  <a:pt x="243515" y="243914"/>
                </a:lnTo>
                <a:lnTo>
                  <a:pt x="207512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4" y="118913"/>
                </a:lnTo>
                <a:lnTo>
                  <a:pt x="82163" y="81861"/>
                </a:lnTo>
                <a:lnTo>
                  <a:pt x="118159" y="56628"/>
                </a:lnTo>
                <a:lnTo>
                  <a:pt x="162835" y="48119"/>
                </a:lnTo>
                <a:lnTo>
                  <a:pt x="48944" y="48119"/>
                </a:lnTo>
                <a:lnTo>
                  <a:pt x="48456" y="48497"/>
                </a:lnTo>
                <a:lnTo>
                  <a:pt x="23296" y="80980"/>
                </a:lnTo>
                <a:lnTo>
                  <a:pt x="6724" y="119527"/>
                </a:lnTo>
                <a:lnTo>
                  <a:pt x="3604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04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4526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91" y="6750"/>
                </a:lnTo>
                <a:lnTo>
                  <a:pt x="80954" y="23335"/>
                </a:lnTo>
                <a:lnTo>
                  <a:pt x="48968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83" y="206858"/>
                </a:lnTo>
                <a:lnTo>
                  <a:pt x="243539" y="243914"/>
                </a:lnTo>
                <a:lnTo>
                  <a:pt x="207539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51" y="118913"/>
                </a:lnTo>
                <a:lnTo>
                  <a:pt x="82187" y="81861"/>
                </a:lnTo>
                <a:lnTo>
                  <a:pt x="118168" y="56628"/>
                </a:lnTo>
                <a:lnTo>
                  <a:pt x="162835" y="48119"/>
                </a:lnTo>
                <a:lnTo>
                  <a:pt x="48968" y="48119"/>
                </a:lnTo>
                <a:lnTo>
                  <a:pt x="48480" y="48497"/>
                </a:lnTo>
                <a:lnTo>
                  <a:pt x="23325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6935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99" y="325761"/>
                </a:moveTo>
                <a:lnTo>
                  <a:pt x="205143" y="319059"/>
                </a:lnTo>
                <a:lnTo>
                  <a:pt x="244125" y="302485"/>
                </a:lnTo>
                <a:lnTo>
                  <a:pt x="277760" y="277308"/>
                </a:lnTo>
                <a:lnTo>
                  <a:pt x="303964" y="244801"/>
                </a:lnTo>
                <a:lnTo>
                  <a:pt x="320650" y="206235"/>
                </a:lnTo>
                <a:lnTo>
                  <a:pt x="325735" y="162880"/>
                </a:lnTo>
                <a:lnTo>
                  <a:pt x="319029" y="120615"/>
                </a:lnTo>
                <a:lnTo>
                  <a:pt x="302554" y="81861"/>
                </a:lnTo>
                <a:lnTo>
                  <a:pt x="277381" y="48119"/>
                </a:lnTo>
                <a:lnTo>
                  <a:pt x="244781" y="21778"/>
                </a:lnTo>
                <a:lnTo>
                  <a:pt x="206230" y="5090"/>
                </a:lnTo>
                <a:lnTo>
                  <a:pt x="162899" y="0"/>
                </a:lnTo>
                <a:lnTo>
                  <a:pt x="119528" y="6750"/>
                </a:lnTo>
                <a:lnTo>
                  <a:pt x="80973" y="23335"/>
                </a:lnTo>
                <a:lnTo>
                  <a:pt x="48976" y="48119"/>
                </a:lnTo>
                <a:lnTo>
                  <a:pt x="162899" y="48119"/>
                </a:lnTo>
                <a:lnTo>
                  <a:pt x="206844" y="57849"/>
                </a:lnTo>
                <a:lnTo>
                  <a:pt x="243884" y="82200"/>
                </a:lnTo>
                <a:lnTo>
                  <a:pt x="269111" y="118201"/>
                </a:lnTo>
                <a:lnTo>
                  <a:pt x="277616" y="162880"/>
                </a:lnTo>
                <a:lnTo>
                  <a:pt x="267911" y="206858"/>
                </a:lnTo>
                <a:lnTo>
                  <a:pt x="243571" y="243914"/>
                </a:lnTo>
                <a:lnTo>
                  <a:pt x="207575" y="269143"/>
                </a:lnTo>
                <a:lnTo>
                  <a:pt x="162899" y="277641"/>
                </a:lnTo>
                <a:lnTo>
                  <a:pt x="48349" y="277641"/>
                </a:lnTo>
                <a:lnTo>
                  <a:pt x="48464" y="277795"/>
                </a:lnTo>
                <a:lnTo>
                  <a:pt x="80973" y="303998"/>
                </a:lnTo>
                <a:lnTo>
                  <a:pt x="119542" y="320680"/>
                </a:lnTo>
                <a:lnTo>
                  <a:pt x="162899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5" y="118913"/>
                </a:lnTo>
                <a:lnTo>
                  <a:pt x="82171" y="81861"/>
                </a:lnTo>
                <a:lnTo>
                  <a:pt x="118187" y="56628"/>
                </a:lnTo>
                <a:lnTo>
                  <a:pt x="162899" y="48119"/>
                </a:lnTo>
                <a:lnTo>
                  <a:pt x="48976" y="48119"/>
                </a:lnTo>
                <a:lnTo>
                  <a:pt x="48488" y="48497"/>
                </a:lnTo>
                <a:lnTo>
                  <a:pt x="23327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9" y="277641"/>
                </a:moveTo>
                <a:lnTo>
                  <a:pt x="162899" y="277641"/>
                </a:lnTo>
                <a:lnTo>
                  <a:pt x="118205" y="267885"/>
                </a:lnTo>
                <a:lnTo>
                  <a:pt x="82219" y="243548"/>
                </a:lnTo>
                <a:lnTo>
                  <a:pt x="5787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3" y="243914"/>
                </a:lnTo>
                <a:lnTo>
                  <a:pt x="23285" y="244153"/>
                </a:lnTo>
                <a:lnTo>
                  <a:pt x="48349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0791" y="643671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385018" y="770036"/>
                </a:moveTo>
                <a:lnTo>
                  <a:pt x="433310" y="767036"/>
                </a:lnTo>
                <a:lnTo>
                  <a:pt x="479814" y="758277"/>
                </a:lnTo>
                <a:lnTo>
                  <a:pt x="524167" y="744119"/>
                </a:lnTo>
                <a:lnTo>
                  <a:pt x="566010" y="724924"/>
                </a:lnTo>
                <a:lnTo>
                  <a:pt x="604980" y="701052"/>
                </a:lnTo>
                <a:lnTo>
                  <a:pt x="640717" y="672864"/>
                </a:lnTo>
                <a:lnTo>
                  <a:pt x="672861" y="640720"/>
                </a:lnTo>
                <a:lnTo>
                  <a:pt x="701049" y="604982"/>
                </a:lnTo>
                <a:lnTo>
                  <a:pt x="724922" y="566011"/>
                </a:lnTo>
                <a:lnTo>
                  <a:pt x="744118" y="524167"/>
                </a:lnTo>
                <a:lnTo>
                  <a:pt x="758277" y="479810"/>
                </a:lnTo>
                <a:lnTo>
                  <a:pt x="767036" y="433303"/>
                </a:lnTo>
                <a:lnTo>
                  <a:pt x="770036" y="385005"/>
                </a:lnTo>
                <a:lnTo>
                  <a:pt x="767036" y="336711"/>
                </a:lnTo>
                <a:lnTo>
                  <a:pt x="758277" y="290208"/>
                </a:lnTo>
                <a:lnTo>
                  <a:pt x="744118" y="245855"/>
                </a:lnTo>
                <a:lnTo>
                  <a:pt x="724922" y="204013"/>
                </a:lnTo>
                <a:lnTo>
                  <a:pt x="701049" y="165044"/>
                </a:lnTo>
                <a:lnTo>
                  <a:pt x="672861" y="129309"/>
                </a:lnTo>
                <a:lnTo>
                  <a:pt x="640717" y="97167"/>
                </a:lnTo>
                <a:lnTo>
                  <a:pt x="604980" y="68981"/>
                </a:lnTo>
                <a:lnTo>
                  <a:pt x="566010" y="45110"/>
                </a:lnTo>
                <a:lnTo>
                  <a:pt x="524167" y="25915"/>
                </a:lnTo>
                <a:lnTo>
                  <a:pt x="479814" y="11758"/>
                </a:lnTo>
                <a:lnTo>
                  <a:pt x="433311" y="2999"/>
                </a:lnTo>
                <a:lnTo>
                  <a:pt x="385018" y="0"/>
                </a:lnTo>
                <a:lnTo>
                  <a:pt x="336713" y="2999"/>
                </a:lnTo>
                <a:lnTo>
                  <a:pt x="290201" y="11758"/>
                </a:lnTo>
                <a:lnTo>
                  <a:pt x="245842" y="25915"/>
                </a:lnTo>
                <a:lnTo>
                  <a:pt x="203998" y="45110"/>
                </a:lnTo>
                <a:lnTo>
                  <a:pt x="165028" y="68981"/>
                </a:lnTo>
                <a:lnTo>
                  <a:pt x="129293" y="97167"/>
                </a:lnTo>
                <a:lnTo>
                  <a:pt x="97153" y="129309"/>
                </a:lnTo>
                <a:lnTo>
                  <a:pt x="68969" y="165044"/>
                </a:lnTo>
                <a:lnTo>
                  <a:pt x="45101" y="204013"/>
                </a:lnTo>
                <a:lnTo>
                  <a:pt x="25910" y="245855"/>
                </a:lnTo>
                <a:lnTo>
                  <a:pt x="11755" y="290208"/>
                </a:lnTo>
                <a:lnTo>
                  <a:pt x="2999" y="336711"/>
                </a:lnTo>
                <a:lnTo>
                  <a:pt x="0" y="385005"/>
                </a:lnTo>
                <a:lnTo>
                  <a:pt x="2999" y="433303"/>
                </a:lnTo>
                <a:lnTo>
                  <a:pt x="11755" y="479810"/>
                </a:lnTo>
                <a:lnTo>
                  <a:pt x="25910" y="524167"/>
                </a:lnTo>
                <a:lnTo>
                  <a:pt x="45101" y="566011"/>
                </a:lnTo>
                <a:lnTo>
                  <a:pt x="68969" y="604982"/>
                </a:lnTo>
                <a:lnTo>
                  <a:pt x="97153" y="640720"/>
                </a:lnTo>
                <a:lnTo>
                  <a:pt x="129293" y="672864"/>
                </a:lnTo>
                <a:lnTo>
                  <a:pt x="165028" y="701052"/>
                </a:lnTo>
                <a:lnTo>
                  <a:pt x="203998" y="724924"/>
                </a:lnTo>
                <a:lnTo>
                  <a:pt x="245842" y="744119"/>
                </a:lnTo>
                <a:lnTo>
                  <a:pt x="290201" y="758277"/>
                </a:lnTo>
                <a:lnTo>
                  <a:pt x="336713" y="767036"/>
                </a:lnTo>
                <a:lnTo>
                  <a:pt x="385018" y="77003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3" name="object 3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9087" y="7567104"/>
            <a:ext cx="3649345" cy="2720340"/>
          </a:xfrm>
          <a:custGeom>
            <a:avLst/>
            <a:gdLst/>
            <a:ahLst/>
            <a:cxnLst/>
            <a:rect l="l" t="t" r="r" b="b"/>
            <a:pathLst>
              <a:path w="3649344" h="2720340">
                <a:moveTo>
                  <a:pt x="1138948" y="1625993"/>
                </a:moveTo>
                <a:lnTo>
                  <a:pt x="1057148" y="1635912"/>
                </a:lnTo>
                <a:lnTo>
                  <a:pt x="1006360" y="1663039"/>
                </a:lnTo>
                <a:lnTo>
                  <a:pt x="956259" y="1690560"/>
                </a:lnTo>
                <a:lnTo>
                  <a:pt x="906907" y="1718487"/>
                </a:lnTo>
                <a:lnTo>
                  <a:pt x="881773" y="1704543"/>
                </a:lnTo>
                <a:lnTo>
                  <a:pt x="833983" y="1733334"/>
                </a:lnTo>
                <a:lnTo>
                  <a:pt x="787031" y="1762594"/>
                </a:lnTo>
                <a:lnTo>
                  <a:pt x="740956" y="1792351"/>
                </a:lnTo>
                <a:lnTo>
                  <a:pt x="695782" y="1822589"/>
                </a:lnTo>
                <a:lnTo>
                  <a:pt x="651560" y="1853361"/>
                </a:lnTo>
                <a:lnTo>
                  <a:pt x="608304" y="1884680"/>
                </a:lnTo>
                <a:lnTo>
                  <a:pt x="566051" y="1916544"/>
                </a:lnTo>
                <a:lnTo>
                  <a:pt x="524497" y="1948802"/>
                </a:lnTo>
                <a:lnTo>
                  <a:pt x="484022" y="1981657"/>
                </a:lnTo>
                <a:lnTo>
                  <a:pt x="444677" y="2015134"/>
                </a:lnTo>
                <a:lnTo>
                  <a:pt x="429983" y="2006981"/>
                </a:lnTo>
                <a:lnTo>
                  <a:pt x="393065" y="2041817"/>
                </a:lnTo>
                <a:lnTo>
                  <a:pt x="357441" y="2077351"/>
                </a:lnTo>
                <a:lnTo>
                  <a:pt x="299707" y="2155939"/>
                </a:lnTo>
                <a:lnTo>
                  <a:pt x="266827" y="2193023"/>
                </a:lnTo>
                <a:lnTo>
                  <a:pt x="235419" y="2230894"/>
                </a:lnTo>
                <a:lnTo>
                  <a:pt x="205524" y="2269617"/>
                </a:lnTo>
                <a:lnTo>
                  <a:pt x="177190" y="2309215"/>
                </a:lnTo>
                <a:lnTo>
                  <a:pt x="150482" y="2349716"/>
                </a:lnTo>
                <a:lnTo>
                  <a:pt x="125463" y="2391130"/>
                </a:lnTo>
                <a:lnTo>
                  <a:pt x="102158" y="2433523"/>
                </a:lnTo>
                <a:lnTo>
                  <a:pt x="80657" y="2476906"/>
                </a:lnTo>
                <a:lnTo>
                  <a:pt x="60985" y="2521305"/>
                </a:lnTo>
                <a:lnTo>
                  <a:pt x="43218" y="2566759"/>
                </a:lnTo>
                <a:lnTo>
                  <a:pt x="27470" y="2613329"/>
                </a:lnTo>
                <a:lnTo>
                  <a:pt x="13741" y="2661018"/>
                </a:lnTo>
                <a:lnTo>
                  <a:pt x="1981" y="2709811"/>
                </a:lnTo>
                <a:lnTo>
                  <a:pt x="0" y="2719908"/>
                </a:lnTo>
                <a:lnTo>
                  <a:pt x="20180" y="2719908"/>
                </a:lnTo>
                <a:lnTo>
                  <a:pt x="18148" y="2718778"/>
                </a:lnTo>
                <a:lnTo>
                  <a:pt x="31165" y="2670695"/>
                </a:lnTo>
                <a:lnTo>
                  <a:pt x="46037" y="2623629"/>
                </a:lnTo>
                <a:lnTo>
                  <a:pt x="62687" y="2577554"/>
                </a:lnTo>
                <a:lnTo>
                  <a:pt x="81102" y="2532456"/>
                </a:lnTo>
                <a:lnTo>
                  <a:pt x="101219" y="2488311"/>
                </a:lnTo>
                <a:lnTo>
                  <a:pt x="122999" y="2445080"/>
                </a:lnTo>
                <a:lnTo>
                  <a:pt x="146405" y="2402751"/>
                </a:lnTo>
                <a:lnTo>
                  <a:pt x="171386" y="2361311"/>
                </a:lnTo>
                <a:lnTo>
                  <a:pt x="197904" y="2320709"/>
                </a:lnTo>
                <a:lnTo>
                  <a:pt x="225907" y="2280932"/>
                </a:lnTo>
                <a:lnTo>
                  <a:pt x="255371" y="2241969"/>
                </a:lnTo>
                <a:lnTo>
                  <a:pt x="286219" y="2203780"/>
                </a:lnTo>
                <a:lnTo>
                  <a:pt x="318452" y="2166340"/>
                </a:lnTo>
                <a:lnTo>
                  <a:pt x="351993" y="2129637"/>
                </a:lnTo>
                <a:lnTo>
                  <a:pt x="386803" y="2093645"/>
                </a:lnTo>
                <a:lnTo>
                  <a:pt x="422846" y="2058339"/>
                </a:lnTo>
                <a:lnTo>
                  <a:pt x="460082" y="2023681"/>
                </a:lnTo>
                <a:lnTo>
                  <a:pt x="498462" y="1989670"/>
                </a:lnTo>
                <a:lnTo>
                  <a:pt x="537933" y="1956257"/>
                </a:lnTo>
                <a:lnTo>
                  <a:pt x="578472" y="1923440"/>
                </a:lnTo>
                <a:lnTo>
                  <a:pt x="620026" y="1891182"/>
                </a:lnTo>
                <a:lnTo>
                  <a:pt x="662546" y="1859457"/>
                </a:lnTo>
                <a:lnTo>
                  <a:pt x="682523" y="1870544"/>
                </a:lnTo>
                <a:lnTo>
                  <a:pt x="726859" y="1839836"/>
                </a:lnTo>
                <a:lnTo>
                  <a:pt x="772033" y="1809584"/>
                </a:lnTo>
                <a:lnTo>
                  <a:pt x="818007" y="1779790"/>
                </a:lnTo>
                <a:lnTo>
                  <a:pt x="864730" y="1750402"/>
                </a:lnTo>
                <a:lnTo>
                  <a:pt x="912164" y="1721408"/>
                </a:lnTo>
                <a:lnTo>
                  <a:pt x="960272" y="1692783"/>
                </a:lnTo>
                <a:lnTo>
                  <a:pt x="985532" y="1706803"/>
                </a:lnTo>
                <a:lnTo>
                  <a:pt x="1034846" y="1678851"/>
                </a:lnTo>
                <a:lnTo>
                  <a:pt x="1086612" y="1652257"/>
                </a:lnTo>
                <a:lnTo>
                  <a:pt x="1138948" y="1625993"/>
                </a:lnTo>
                <a:close/>
              </a:path>
              <a:path w="3649344" h="2720340">
                <a:moveTo>
                  <a:pt x="1618653" y="1504975"/>
                </a:moveTo>
                <a:lnTo>
                  <a:pt x="1584045" y="1485773"/>
                </a:lnTo>
                <a:lnTo>
                  <a:pt x="1527263" y="1509572"/>
                </a:lnTo>
                <a:lnTo>
                  <a:pt x="1470799" y="1533563"/>
                </a:lnTo>
                <a:lnTo>
                  <a:pt x="1438173" y="1515452"/>
                </a:lnTo>
                <a:lnTo>
                  <a:pt x="1382445" y="1539849"/>
                </a:lnTo>
                <a:lnTo>
                  <a:pt x="1327721" y="1564792"/>
                </a:lnTo>
                <a:lnTo>
                  <a:pt x="1296924" y="1547710"/>
                </a:lnTo>
                <a:lnTo>
                  <a:pt x="1243152" y="1573187"/>
                </a:lnTo>
                <a:lnTo>
                  <a:pt x="1189913" y="1598955"/>
                </a:lnTo>
                <a:lnTo>
                  <a:pt x="1137234" y="1625028"/>
                </a:lnTo>
                <a:lnTo>
                  <a:pt x="1138948" y="1625993"/>
                </a:lnTo>
                <a:lnTo>
                  <a:pt x="1168374" y="1642313"/>
                </a:lnTo>
                <a:lnTo>
                  <a:pt x="1221790" y="1616646"/>
                </a:lnTo>
                <a:lnTo>
                  <a:pt x="1275715" y="1591246"/>
                </a:lnTo>
                <a:lnTo>
                  <a:pt x="1330121" y="1566138"/>
                </a:lnTo>
                <a:lnTo>
                  <a:pt x="1361541" y="1583550"/>
                </a:lnTo>
                <a:lnTo>
                  <a:pt x="1416850" y="1558937"/>
                </a:lnTo>
                <a:lnTo>
                  <a:pt x="1472577" y="1534566"/>
                </a:lnTo>
                <a:lnTo>
                  <a:pt x="1505267" y="1552676"/>
                </a:lnTo>
                <a:lnTo>
                  <a:pt x="1561782" y="1528724"/>
                </a:lnTo>
                <a:lnTo>
                  <a:pt x="1618653" y="1504975"/>
                </a:lnTo>
                <a:close/>
              </a:path>
              <a:path w="3649344" h="2720340">
                <a:moveTo>
                  <a:pt x="1919287" y="1450530"/>
                </a:moveTo>
                <a:lnTo>
                  <a:pt x="1883892" y="1430896"/>
                </a:lnTo>
                <a:lnTo>
                  <a:pt x="1767268" y="1476806"/>
                </a:lnTo>
                <a:lnTo>
                  <a:pt x="1732788" y="1457667"/>
                </a:lnTo>
                <a:lnTo>
                  <a:pt x="1675091" y="1480972"/>
                </a:lnTo>
                <a:lnTo>
                  <a:pt x="1617687" y="1504429"/>
                </a:lnTo>
                <a:lnTo>
                  <a:pt x="1618653" y="1504975"/>
                </a:lnTo>
                <a:lnTo>
                  <a:pt x="1652397" y="1523695"/>
                </a:lnTo>
                <a:lnTo>
                  <a:pt x="1709928" y="1500301"/>
                </a:lnTo>
                <a:lnTo>
                  <a:pt x="1767738" y="1477086"/>
                </a:lnTo>
                <a:lnTo>
                  <a:pt x="1802371" y="1496275"/>
                </a:lnTo>
                <a:lnTo>
                  <a:pt x="1919287" y="1450530"/>
                </a:lnTo>
                <a:close/>
              </a:path>
              <a:path w="3649344" h="2720340">
                <a:moveTo>
                  <a:pt x="3648900" y="68046"/>
                </a:moveTo>
                <a:lnTo>
                  <a:pt x="3607371" y="50292"/>
                </a:lnTo>
                <a:lnTo>
                  <a:pt x="3566109" y="35890"/>
                </a:lnTo>
                <a:lnTo>
                  <a:pt x="3523665" y="23939"/>
                </a:lnTo>
                <a:lnTo>
                  <a:pt x="3480206" y="14389"/>
                </a:lnTo>
                <a:lnTo>
                  <a:pt x="3435921" y="7239"/>
                </a:lnTo>
                <a:lnTo>
                  <a:pt x="3390963" y="2476"/>
                </a:lnTo>
                <a:lnTo>
                  <a:pt x="3345510" y="76"/>
                </a:lnTo>
                <a:lnTo>
                  <a:pt x="3299726" y="0"/>
                </a:lnTo>
                <a:lnTo>
                  <a:pt x="3253790" y="2260"/>
                </a:lnTo>
                <a:lnTo>
                  <a:pt x="3207867" y="6819"/>
                </a:lnTo>
                <a:lnTo>
                  <a:pt x="3162122" y="13652"/>
                </a:lnTo>
                <a:lnTo>
                  <a:pt x="3116732" y="22758"/>
                </a:lnTo>
                <a:lnTo>
                  <a:pt x="3071863" y="34112"/>
                </a:lnTo>
                <a:lnTo>
                  <a:pt x="3027680" y="47675"/>
                </a:lnTo>
                <a:lnTo>
                  <a:pt x="2984360" y="63449"/>
                </a:lnTo>
                <a:lnTo>
                  <a:pt x="2942069" y="81419"/>
                </a:lnTo>
                <a:lnTo>
                  <a:pt x="2900984" y="101549"/>
                </a:lnTo>
                <a:lnTo>
                  <a:pt x="2861272" y="123812"/>
                </a:lnTo>
                <a:lnTo>
                  <a:pt x="2823083" y="148221"/>
                </a:lnTo>
                <a:lnTo>
                  <a:pt x="2782049" y="177546"/>
                </a:lnTo>
                <a:lnTo>
                  <a:pt x="2742539" y="208432"/>
                </a:lnTo>
                <a:lnTo>
                  <a:pt x="2704503" y="240804"/>
                </a:lnTo>
                <a:lnTo>
                  <a:pt x="2667863" y="274599"/>
                </a:lnTo>
                <a:lnTo>
                  <a:pt x="2632583" y="309727"/>
                </a:lnTo>
                <a:lnTo>
                  <a:pt x="2598585" y="346113"/>
                </a:lnTo>
                <a:lnTo>
                  <a:pt x="2565806" y="383692"/>
                </a:lnTo>
                <a:lnTo>
                  <a:pt x="2534183" y="422376"/>
                </a:lnTo>
                <a:lnTo>
                  <a:pt x="2503665" y="462089"/>
                </a:lnTo>
                <a:lnTo>
                  <a:pt x="2474163" y="502767"/>
                </a:lnTo>
                <a:lnTo>
                  <a:pt x="2445639" y="544322"/>
                </a:lnTo>
                <a:lnTo>
                  <a:pt x="2418029" y="586689"/>
                </a:lnTo>
                <a:lnTo>
                  <a:pt x="2391245" y="629780"/>
                </a:lnTo>
                <a:lnTo>
                  <a:pt x="2365260" y="673519"/>
                </a:lnTo>
                <a:lnTo>
                  <a:pt x="2339975" y="717854"/>
                </a:lnTo>
                <a:lnTo>
                  <a:pt x="2315349" y="762673"/>
                </a:lnTo>
                <a:lnTo>
                  <a:pt x="2291321" y="807935"/>
                </a:lnTo>
                <a:lnTo>
                  <a:pt x="2267826" y="853541"/>
                </a:lnTo>
                <a:lnTo>
                  <a:pt x="2244788" y="899414"/>
                </a:lnTo>
                <a:lnTo>
                  <a:pt x="2222157" y="945489"/>
                </a:lnTo>
                <a:lnTo>
                  <a:pt x="2199856" y="991692"/>
                </a:lnTo>
                <a:lnTo>
                  <a:pt x="2177846" y="1037932"/>
                </a:lnTo>
                <a:lnTo>
                  <a:pt x="2156041" y="1084160"/>
                </a:lnTo>
                <a:lnTo>
                  <a:pt x="2112835" y="1176197"/>
                </a:lnTo>
                <a:lnTo>
                  <a:pt x="2091944" y="1220317"/>
                </a:lnTo>
                <a:lnTo>
                  <a:pt x="2070671" y="1264526"/>
                </a:lnTo>
                <a:lnTo>
                  <a:pt x="2048979" y="1308747"/>
                </a:lnTo>
                <a:lnTo>
                  <a:pt x="2026818" y="1352880"/>
                </a:lnTo>
                <a:lnTo>
                  <a:pt x="2004161" y="1396873"/>
                </a:lnTo>
                <a:lnTo>
                  <a:pt x="1985492" y="1432039"/>
                </a:lnTo>
                <a:lnTo>
                  <a:pt x="1977809" y="1427772"/>
                </a:lnTo>
                <a:lnTo>
                  <a:pt x="1919071" y="1450403"/>
                </a:lnTo>
                <a:lnTo>
                  <a:pt x="1919287" y="1450530"/>
                </a:lnTo>
                <a:lnTo>
                  <a:pt x="1954593" y="1470126"/>
                </a:lnTo>
                <a:lnTo>
                  <a:pt x="1967471" y="1465199"/>
                </a:lnTo>
                <a:lnTo>
                  <a:pt x="1957133" y="1484058"/>
                </a:lnTo>
                <a:lnTo>
                  <a:pt x="1932686" y="1527098"/>
                </a:lnTo>
                <a:lnTo>
                  <a:pt x="1907565" y="1569669"/>
                </a:lnTo>
                <a:lnTo>
                  <a:pt x="1881733" y="1611693"/>
                </a:lnTo>
                <a:lnTo>
                  <a:pt x="1855139" y="1653070"/>
                </a:lnTo>
                <a:lnTo>
                  <a:pt x="1827745" y="1693748"/>
                </a:lnTo>
                <a:lnTo>
                  <a:pt x="1799501" y="1733626"/>
                </a:lnTo>
                <a:lnTo>
                  <a:pt x="1770367" y="1772627"/>
                </a:lnTo>
                <a:lnTo>
                  <a:pt x="1740319" y="1810689"/>
                </a:lnTo>
                <a:lnTo>
                  <a:pt x="1709293" y="1847710"/>
                </a:lnTo>
                <a:lnTo>
                  <a:pt x="1677250" y="1883613"/>
                </a:lnTo>
                <a:lnTo>
                  <a:pt x="1644154" y="1918335"/>
                </a:lnTo>
                <a:lnTo>
                  <a:pt x="1609979" y="1951786"/>
                </a:lnTo>
                <a:lnTo>
                  <a:pt x="1574647" y="1983879"/>
                </a:lnTo>
                <a:lnTo>
                  <a:pt x="1538147" y="2014537"/>
                </a:lnTo>
                <a:lnTo>
                  <a:pt x="1500416" y="2043696"/>
                </a:lnTo>
                <a:lnTo>
                  <a:pt x="1461427" y="2071255"/>
                </a:lnTo>
                <a:lnTo>
                  <a:pt x="1421130" y="2097151"/>
                </a:lnTo>
                <a:lnTo>
                  <a:pt x="1379486" y="2121293"/>
                </a:lnTo>
                <a:lnTo>
                  <a:pt x="1336459" y="2143595"/>
                </a:lnTo>
                <a:lnTo>
                  <a:pt x="1293177" y="2163534"/>
                </a:lnTo>
                <a:lnTo>
                  <a:pt x="1248943" y="2181682"/>
                </a:lnTo>
                <a:lnTo>
                  <a:pt x="1203858" y="2198243"/>
                </a:lnTo>
                <a:lnTo>
                  <a:pt x="1158049" y="2213419"/>
                </a:lnTo>
                <a:lnTo>
                  <a:pt x="1111618" y="2227402"/>
                </a:lnTo>
                <a:lnTo>
                  <a:pt x="1064704" y="2240381"/>
                </a:lnTo>
                <a:lnTo>
                  <a:pt x="1017397" y="2252561"/>
                </a:lnTo>
                <a:lnTo>
                  <a:pt x="969848" y="2264143"/>
                </a:lnTo>
                <a:lnTo>
                  <a:pt x="779348" y="2308377"/>
                </a:lnTo>
                <a:lnTo>
                  <a:pt x="732231" y="2319883"/>
                </a:lnTo>
                <a:lnTo>
                  <a:pt x="685571" y="2331974"/>
                </a:lnTo>
                <a:lnTo>
                  <a:pt x="639470" y="2344839"/>
                </a:lnTo>
                <a:lnTo>
                  <a:pt x="594042" y="2358682"/>
                </a:lnTo>
                <a:lnTo>
                  <a:pt x="549402" y="2373680"/>
                </a:lnTo>
                <a:lnTo>
                  <a:pt x="505675" y="2390038"/>
                </a:lnTo>
                <a:lnTo>
                  <a:pt x="462978" y="2407970"/>
                </a:lnTo>
                <a:lnTo>
                  <a:pt x="421436" y="2427643"/>
                </a:lnTo>
                <a:lnTo>
                  <a:pt x="381139" y="2449284"/>
                </a:lnTo>
                <a:lnTo>
                  <a:pt x="342226" y="2473058"/>
                </a:lnTo>
                <a:lnTo>
                  <a:pt x="304812" y="2499195"/>
                </a:lnTo>
                <a:lnTo>
                  <a:pt x="269011" y="2527858"/>
                </a:lnTo>
                <a:lnTo>
                  <a:pt x="234937" y="2559278"/>
                </a:lnTo>
                <a:lnTo>
                  <a:pt x="202717" y="2593619"/>
                </a:lnTo>
                <a:lnTo>
                  <a:pt x="173164" y="2630589"/>
                </a:lnTo>
                <a:lnTo>
                  <a:pt x="147053" y="2669489"/>
                </a:lnTo>
                <a:lnTo>
                  <a:pt x="124345" y="2710142"/>
                </a:lnTo>
                <a:lnTo>
                  <a:pt x="119862" y="2719908"/>
                </a:lnTo>
                <a:lnTo>
                  <a:pt x="3648900" y="2719908"/>
                </a:lnTo>
                <a:lnTo>
                  <a:pt x="3648900" y="1232039"/>
                </a:lnTo>
                <a:lnTo>
                  <a:pt x="3648900" y="1202334"/>
                </a:lnTo>
                <a:lnTo>
                  <a:pt x="3648900" y="6804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42430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ABSTRACT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22008" y="1141542"/>
            <a:ext cx="5044440" cy="1274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70" dirty="0"/>
              <a:t>IDEA</a:t>
            </a:r>
            <a:r>
              <a:rPr spc="-894" dirty="0"/>
              <a:t> </a:t>
            </a:r>
            <a:r>
              <a:rPr spc="-180" dirty="0"/>
              <a:t>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0"/>
              </a:spcBef>
            </a:pPr>
            <a:r>
              <a:rPr spc="-150" dirty="0"/>
              <a:t>TECHNICAL</a:t>
            </a:r>
            <a:r>
              <a:rPr spc="-85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4" name="object 4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8" name="object 8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90"/>
              </a:spcBef>
            </a:pPr>
            <a:r>
              <a:rPr spc="-165" dirty="0"/>
              <a:t>FEASIBILITY</a:t>
            </a:r>
            <a:r>
              <a:rPr spc="-835" dirty="0"/>
              <a:t> </a:t>
            </a:r>
            <a:r>
              <a:rPr dirty="0"/>
              <a:t>AND</a:t>
            </a:r>
            <a:r>
              <a:rPr spc="-830" dirty="0"/>
              <a:t> </a:t>
            </a:r>
            <a:r>
              <a:rPr spc="-75" dirty="0"/>
              <a:t>VIABILITY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90"/>
              </a:spcBef>
            </a:pPr>
            <a:r>
              <a:rPr spc="-95" dirty="0"/>
              <a:t>IMPACT</a:t>
            </a:r>
            <a:r>
              <a:rPr spc="-840" dirty="0"/>
              <a:t> </a:t>
            </a:r>
            <a:r>
              <a:rPr dirty="0"/>
              <a:t>AND</a:t>
            </a:r>
            <a:r>
              <a:rPr spc="-840" dirty="0"/>
              <a:t> </a:t>
            </a:r>
            <a:r>
              <a:rPr spc="-55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5" dirty="0"/>
              <a:t>RESEARCH</a:t>
            </a:r>
            <a:r>
              <a:rPr spc="-825" dirty="0"/>
              <a:t> </a:t>
            </a:r>
            <a:r>
              <a:rPr dirty="0"/>
              <a:t>AND</a:t>
            </a:r>
            <a:r>
              <a:rPr spc="-819" dirty="0"/>
              <a:t> </a:t>
            </a:r>
            <a:r>
              <a:rPr spc="-5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</Words>
  <Application>Microsoft Office PowerPoint</Application>
  <PresentationFormat>Custom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MT</vt:lpstr>
      <vt:lpstr>Calibri</vt:lpstr>
      <vt:lpstr>Tahoma</vt:lpstr>
      <vt:lpstr>Office Theme</vt:lpstr>
      <vt:lpstr>PROBLEM STATEMENT</vt:lpstr>
      <vt:lpstr>ABSTRACT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ANUSKA MISRA</dc:creator>
  <cp:keywords>DAHU36V0dv4,BAGxJYCPDqA</cp:keywords>
  <cp:lastModifiedBy>Saish Walavalkar</cp:lastModifiedBy>
  <cp:revision>1</cp:revision>
  <dcterms:created xsi:type="dcterms:W3CDTF">2026-09-13T07:01:52Z</dcterms:created>
  <dcterms:modified xsi:type="dcterms:W3CDTF">2026-09-13T07:02:22Z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2026-09-13T00:00:00Z</vt:filetime>
  </property>
  <property fmtid="{D5CDD505-2E9C-101B-9397-08002B2CF9AE}" pid="6" name="Producer">
    <vt:lpwstr>Canva</vt:lpwstr>
  </property>
</Properties>
</file>